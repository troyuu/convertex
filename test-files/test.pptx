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theme" Target="theme/them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 dirty="0" smtClean="0"/>
              <a:t>Convertex Test Presentation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r>
              <a:rPr lang="en-US" dirty="0" smtClean="0"/>
              <a:t>This is a test PowerPoint file for converter testing.</a:t>
            </a:r>
          </a:p>
          <a:p>
            <a:r>
              <a:rPr lang="en-US" dirty="0" smtClean="0"/>
              <a:t>It contains sample text content for format conversion.</a:t>
            </a:r>
          </a:p>
          <a:p>
            <a:r>
              <a:rPr lang="en-US" dirty="0" smtClean="0"/>
              <a:t>Created for Convertex application testing.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